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0" d="100"/>
          <a:sy n="80" d="100"/>
        </p:scale>
        <p:origin x="5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C2A25E-C046-8D36-E878-242BBD595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6040355-2F12-5DF5-2BA5-4259BCDCE0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7FCE91-3F55-1347-B0A5-79789BF64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C1902-4C86-4FDA-8822-0FAB5FE6E1E1}" type="datetimeFigureOut">
              <a:rPr lang="zh-TW" altLang="en-US" smtClean="0"/>
              <a:t>2025/9/9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A936BC8-8F70-79C5-8D49-88306EAF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0A091C-DA5D-8435-2F67-88B6C36EA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CAA5-C05B-46AD-BAC2-B23E375A3D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6742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82532E-025F-B906-B4A9-A37B55BD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ACE544E-7D1C-F61D-72C9-A5FD153DF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AA241B9-FF31-46FD-083C-2FB572C77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C1902-4C86-4FDA-8822-0FAB5FE6E1E1}" type="datetimeFigureOut">
              <a:rPr lang="zh-TW" altLang="en-US" smtClean="0"/>
              <a:t>2025/9/9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4CF01D-B186-7851-7C6B-8CB5C54CD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3453CD-7D52-922C-6409-F4B5A0DFD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CAA5-C05B-46AD-BAC2-B23E375A3D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1234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E9191B-8224-F138-DEE5-5D3E9DF0B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7AFE646-593F-F83A-24C2-C71EC3648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7A3432-6D8B-4EE5-066D-514075862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C1902-4C86-4FDA-8822-0FAB5FE6E1E1}" type="datetimeFigureOut">
              <a:rPr lang="zh-TW" altLang="en-US" smtClean="0"/>
              <a:t>2025/9/9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6630F3-976B-2E6A-31CE-D76503781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67A948-A33D-DF82-0266-57F55C49C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CAA5-C05B-46AD-BAC2-B23E375A3D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6415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42562B-48E6-C2EC-A1C0-EF723141A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37FA63-A836-BF83-B2DA-EDF29E013E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E1A079C-09B8-09D3-1D95-FB31730CE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7102858-CDD2-4614-C16B-885A30302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C1902-4C86-4FDA-8822-0FAB5FE6E1E1}" type="datetimeFigureOut">
              <a:rPr lang="zh-TW" altLang="en-US" smtClean="0"/>
              <a:t>2025/9/9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4C560DF-5143-A666-A7C0-F18BD3F82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218E400-38DE-388A-C773-D4FEAE1A1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CAA5-C05B-46AD-BAC2-B23E375A3D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6847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059061-22A8-2E7F-45AD-CEC3B31F4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A6235A6-CDD9-EE0F-BA85-405257DD0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0CA973B-A5A9-82A0-0A20-0B885BD62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9512B1A-1927-8FE5-5DD2-B11FF7C30F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28279E0-0C2C-8B0E-6B96-D8475C7002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CA67888-9D8A-41F3-4427-DD6EB5845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C1902-4C86-4FDA-8822-0FAB5FE6E1E1}" type="datetimeFigureOut">
              <a:rPr lang="zh-TW" altLang="en-US" smtClean="0"/>
              <a:t>2025/9/9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40A5349-CADE-1ACA-E31E-5B512FD07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B1127EC-F6AB-303E-1D5D-671B26311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CAA5-C05B-46AD-BAC2-B23E375A3D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1697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E25BE1-5528-E189-9370-7FF9F714C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EAB421A-D13E-D0F2-EDE0-E6EC00F01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C1902-4C86-4FDA-8822-0FAB5FE6E1E1}" type="datetimeFigureOut">
              <a:rPr lang="zh-TW" altLang="en-US" smtClean="0"/>
              <a:t>2025/9/9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0E7B0BF-FB52-12B1-79DD-795A04089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B97D1EC-5313-7187-DC00-65A690310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CAA5-C05B-46AD-BAC2-B23E375A3D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7737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3E6264E-8A23-B704-B7E8-18F04DBDA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C1902-4C86-4FDA-8822-0FAB5FE6E1E1}" type="datetimeFigureOut">
              <a:rPr lang="zh-TW" altLang="en-US" smtClean="0"/>
              <a:t>2025/9/9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FBA7BC6-4C72-E0CE-FEA1-3942ABDEF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57C0B4-D55C-4A07-368B-BF1514744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CAA5-C05B-46AD-BAC2-B23E375A3D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8996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CAC94-62AE-CA2A-0C42-6CC7781DE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F000DB-25C7-A8D1-CC67-A5418C325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65FFB74-F8F8-CF79-1ECE-8B99AFFAD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6A830FD-1BB7-4AA6-3687-B281BDC38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C1902-4C86-4FDA-8822-0FAB5FE6E1E1}" type="datetimeFigureOut">
              <a:rPr lang="zh-TW" altLang="en-US" smtClean="0"/>
              <a:t>2025/9/9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39A08C-F184-5194-B2B4-BCF9A433B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BAF497B-4878-AF89-1C36-6EBE694A7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CAA5-C05B-46AD-BAC2-B23E375A3D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8986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89293E-D067-E148-9630-AA78BB35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4776A00-84B4-CE94-BB1F-1723C41702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72FFA62-C0BD-4C16-60D9-42E734643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0C64D0D-8CDF-B400-62D5-308180D3A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C1902-4C86-4FDA-8822-0FAB5FE6E1E1}" type="datetimeFigureOut">
              <a:rPr lang="zh-TW" altLang="en-US" smtClean="0"/>
              <a:t>2025/9/9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9860ACF-EDB4-3F96-61E7-A972A846A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1EB2B9E-95B3-BA01-F530-7BC13780A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CAA5-C05B-46AD-BAC2-B23E375A3D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1110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E6BB7A-6370-8CF2-E180-EB2849606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D4B7518-FAF2-CA95-34C2-23FE74B9AB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7FD0B97-0A2F-B0E2-5455-0D639BFB9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C1902-4C86-4FDA-8822-0FAB5FE6E1E1}" type="datetimeFigureOut">
              <a:rPr lang="zh-TW" altLang="en-US" smtClean="0"/>
              <a:t>2025/9/9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BF319E9-BD8C-1B12-55AC-0C867683E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DF08D51-0421-5B10-AA97-8288AC8E2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CAA5-C05B-46AD-BAC2-B23E375A3D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7222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E1CF9D6-DB18-93B9-6E9A-CE02F277BB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E516625-248F-2AC9-ABE4-6EC9104BE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2BFCAD-62F3-E544-65DA-2CDF31338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C1902-4C86-4FDA-8822-0FAB5FE6E1E1}" type="datetimeFigureOut">
              <a:rPr lang="zh-TW" altLang="en-US" smtClean="0"/>
              <a:t>2025/9/9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4F8182-BA97-6ED7-4E0C-6033389C8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C9524D9-5EAD-729E-74FA-57C6469A0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CAA5-C05B-46AD-BAC2-B23E375A3D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0156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CCA8926-4509-9E5B-FF00-357C4C322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1C75A76-CF3A-1809-50E3-1D6912284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B1481B-63C6-1F30-188A-156795B0CB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0C1902-4C86-4FDA-8822-0FAB5FE6E1E1}" type="datetimeFigureOut">
              <a:rPr lang="zh-TW" altLang="en-US" smtClean="0"/>
              <a:t>2025/9/9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98DB03-14F5-B5BB-288C-4B67328409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434D4EC-22C7-1EFA-533C-55B411AAE0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05CAA5-C05B-46AD-BAC2-B23E375A3D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6937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圖形, 文字, 字型, 標誌 的圖片&#10;&#10;AI 產生的內容可能不正確。">
            <a:extLst>
              <a:ext uri="{FF2B5EF4-FFF2-40B4-BE49-F238E27FC236}">
                <a16:creationId xmlns:a16="http://schemas.microsoft.com/office/drawing/2014/main" id="{8CCAD2F1-7CBC-A3A3-5ADD-AF16523A54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109" y="87782"/>
            <a:ext cx="6393485" cy="6393485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  <a:scene3d>
            <a:camera prst="orthographicFront"/>
            <a:lightRig rig="threePt" dir="t"/>
          </a:scene3d>
          <a:sp3d prstMaterial="dkEdge">
            <a:bevelT w="19050" h="95250"/>
          </a:sp3d>
        </p:spPr>
      </p:pic>
    </p:spTree>
    <p:extLst>
      <p:ext uri="{BB962C8B-B14F-4D97-AF65-F5344CB8AC3E}">
        <p14:creationId xmlns:p14="http://schemas.microsoft.com/office/powerpoint/2010/main" val="1117270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Howard Zhong</dc:creator>
  <cp:lastModifiedBy>Howard Zhong</cp:lastModifiedBy>
  <cp:revision>2</cp:revision>
  <dcterms:created xsi:type="dcterms:W3CDTF">2025-09-09T09:28:43Z</dcterms:created>
  <dcterms:modified xsi:type="dcterms:W3CDTF">2025-09-09T09:34:55Z</dcterms:modified>
</cp:coreProperties>
</file>